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1371600"/>
            <a:ext cx="7589520" cy="4114800"/>
          </a:xfrm>
          <a:prstGeom prst="rect">
            <a:avLst/>
          </a:prstGeom>
          <a:solidFill>
            <a:srgbClr val="2A2A14"/>
          </a:solidFill>
          <a:ln w="381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64592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A0D040"/>
                </a:solidFill>
              </a:rPr>
              <a:t>🤟  SignQuest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83464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0E0"/>
                </a:solidFill>
              </a:rPr>
              <a:t>Learn American Sign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356616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08060"/>
                </a:solidFill>
              </a:rPr>
              <a:t>AI-Powered  ·  Gamified  ·  Real-Time 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50292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08060"/>
                </a:solidFill>
              </a:rPr>
              <a:t>github.com/Esomkg/aslTranslator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14"/>
          </a:solidFill>
          <a:ln w="254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😔  Hard to learn alone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Most resources are passive videos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No feedback on whether you're signing correctly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28016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📚  No interactive practice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Existing apps focus on vocabulary lists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No real-time hand recognition or coaching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749039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84047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🌍  Accessibility gap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70 million Deaf people use sign language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Hearing people rarely learn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749039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7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🎮  Low engagement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Traditional learning is boring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Learners drop off without motivation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14"/>
          </a:solidFill>
          <a:ln w="254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280160"/>
            <a:ext cx="10332720" cy="1828800"/>
          </a:xfrm>
          <a:prstGeom prst="rect">
            <a:avLst/>
          </a:prstGeom>
          <a:solidFill>
            <a:srgbClr val="2A2A14"/>
          </a:solidFill>
          <a:ln w="254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F0E0"/>
                </a:solidFill>
              </a:rPr>
              <a:t>SignQuest is a gamified ASL learning platform with real-time webcam hand recognition, an AI tutor powered by Groq, and a Minecraft-inspired interface that makes learning feel like play.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474720"/>
            <a:ext cx="2286000" cy="137160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08060"/>
                </a:solidFill>
              </a:rPr>
              <a:t>ASL Letters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3474720"/>
            <a:ext cx="2286000" cy="137160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5661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297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08060"/>
                </a:solidFill>
              </a:rPr>
              <a:t>Groq Tutor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474720"/>
            <a:ext cx="2286000" cy="137160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5661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297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08060"/>
                </a:solidFill>
              </a:rPr>
              <a:t>Live Camera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3474720"/>
            <a:ext cx="2286000" cy="137160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35661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297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08060"/>
                </a:solidFill>
              </a:rPr>
              <a:t>Game Mode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14"/>
          </a:solidFill>
          <a:ln w="254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• Real-time ASL letter recognition via webcam (MediaPipe + custom ML model)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• Sign Sprint game — sign letters before the timer, earn points &amp; achievements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• Learn mode — interactive alphabet with animated SVG handshapes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• AI Tutor — streaming chat with Groq llama-3.3-70b, tool calling, web search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• Spell Your Name — sign each letter of your name with live camera feedback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• Progress tracking — practiced letters, streaks, achievements, high scores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• Supabase auth — login / guest mode, cloud sync across devices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• Daily challenges, quiz mode, difficulty levels (Easy / Normal / Hard)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14"/>
          </a:solidFill>
          <a:ln w="254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AI Tutor — Powered by Groq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188720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🧠  Personalized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Knows your practiced letters &amp; weak spots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Every response tailored to your progress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60520" y="1188720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1280160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🔧  8 Tool Calls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Stats, lesson plans, web search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Sign lookup, Deaf culture, common errors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1188720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280160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🌐  Web Search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Tavily-powered real-time search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Finds YouTube tutorials &amp; ASL resources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3749039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840479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📋  Lesson Plans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Structured exercises &amp; weak spot analysis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Next letters to learn, drill suggestions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3749039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3840479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🏛️  Deaf Culture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ASL grammar (not English word order)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History, culture, facial expressions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3749039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3840479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💬  Chat Memory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History persisted in Supabase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Summarizes long conversations automatically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14"/>
          </a:solidFill>
          <a:ln w="254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3749039" cy="530352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347471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Frontend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React 18 + TypeScript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Vite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SVG Animations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Web Speech API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WebSocket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59" y="1188720"/>
            <a:ext cx="3749039" cy="530352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19" y="1280160"/>
            <a:ext cx="347471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Backend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FastAPI (Python 3.11)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WebSocket server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MediaPipe Hands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scikit-learn ML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httpx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188720"/>
            <a:ext cx="3749039" cy="530352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1280160"/>
            <a:ext cx="347471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AI / Data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Groq API (llama-3.3-70b)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Tavily web search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Supabase (Postgres)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Row-level security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Chat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14"/>
          </a:solidFill>
          <a:ln w="254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188720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Frontend (React)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LandingPage · AuthPage · LearnPage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GamePage · TranslatorPage · AITutorPage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Webcam → WebSocket → Backend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Streaming chat via ReadableStream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28016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Backend (FastAPI)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/ws/{id} — sign recognition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/ws/practice/{id} — letter practice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POST /api/chat — streaming AI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POST /api/chat/greeting &amp; /history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3749039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384047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ML Pipeline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MediaPipe Hands → 21 landmarks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63 features (x,y,z per point)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scikit-learn classifier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Letter prediction + confidence score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749039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7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Data Layer (Supabase)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user_progress — letters &amp; scores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chat_history — AI conversation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Row-level security via JWT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Guest mode via localStorage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14"/>
          </a:solidFill>
          <a:ln w="254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App Pages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188720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🏠  Landing Page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Animated floating hands background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Login / guest mode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Navigation to all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60520" y="1188720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1280160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📖  Learn Mode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Full alphabet with animated SVG hands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Quiz mode (10-question rounds)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Practice modal with live camera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1188720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280160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🎮  Sign Sprint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Lives, timer, streaks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Difficulty levels + daily challenge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Achievements &amp; high scores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3749039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840479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🤖  AI Tutor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Streaming chat + quick-reply chips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Inline handshape previews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YouTube embeds &amp; lesson cards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3749039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3840479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📷  Translator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Live ASL-to-English via webcam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Real-time letter accumulation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Session history export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3749039"/>
            <a:ext cx="3749039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3840479"/>
            <a:ext cx="347471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✍️  Spell Your Name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Type your name, sign each letter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Live camera feedback per letter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Celebrates on completion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A2A14"/>
          </a:solidFill>
          <a:ln w="254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57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0D040"/>
                </a:solidFill>
              </a:rPr>
              <a:t>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188720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🔤  Word &amp; Phrase Recognition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Extend ML model beyond letters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Recognize full ASL words &amp; phrases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28016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👥  Multiplayer Mode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Sign against friends in real time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Leaderboards and social features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3749039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384047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📱  Mobile App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React Native port for iOS/Android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Native camera access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749039"/>
            <a:ext cx="5669280" cy="2377440"/>
          </a:xfrm>
          <a:prstGeom prst="rect">
            <a:avLst/>
          </a:prstGeom>
          <a:solidFill>
            <a:srgbClr val="2A2A14"/>
          </a:solidFill>
          <a:ln w="19050">
            <a:solidFill>
              <a:srgbClr val="4A4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7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0D040"/>
                </a:solidFill>
              </a:rPr>
              <a:t>🌍  Other Sign Languages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BSL, LSF, Auslan support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F0F0E0"/>
                </a:solidFill>
              </a:rPr>
              <a:t>▸ Serve global Deaf communities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097280"/>
            <a:ext cx="8503920" cy="4663440"/>
          </a:xfrm>
          <a:prstGeom prst="rect">
            <a:avLst/>
          </a:prstGeom>
          <a:solidFill>
            <a:srgbClr val="2A2A14"/>
          </a:solidFill>
          <a:ln w="38100">
            <a:solidFill>
              <a:srgbClr val="A0D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A0D040"/>
                </a:solidFill>
              </a:rPr>
              <a:t>🤟  SignQuest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65176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0E0"/>
                </a:solidFill>
              </a:rPr>
              <a:t>Making ASL accessible, engaging,
and genuinely educational for everyone.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2976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60"/>
                </a:solidFill>
              </a:rPr>
              <a:t>github.com/Esomkg/aslTranslator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