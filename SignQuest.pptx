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D4FF"/>
                </a:solidFill>
              </a:rPr>
              <a:t>SignQuest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83464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CCCCCC"/>
                </a:solidFill>
              </a:rPr>
              <a:t>Learn ASL. Play.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611880"/>
            <a:ext cx="640080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37490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A gamified web app for learning American Sign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434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Hackathon 2026  •  Solo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4C4C"/>
                </a:solidFill>
              </a:rPr>
              <a:t>😔 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457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0" cy="146304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4C4C"/>
                </a:solidFill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630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of deaf children in Nigeria
are out of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Sign language is marginalized and underutilized worldwide,
creating severe communication barriers for the deaf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D4FF"/>
                </a:solidFill>
              </a:rPr>
              <a:t>A personal story...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My cousin, who has hearing difficulties, was never taught sign language early on.
This led to social isolation and a language barrier that could have been prevented.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280160"/>
            <a:ext cx="3017520" cy="50292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1089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Communication
should be
accessible
to everyone.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</a:rPr>
              <a:t>💡  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SignQuest is a gamified web app that teaches ASL letters &amp; numbers
through real-time ML-powered feedback — built for children.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743200" cy="3200400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Gamified
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Earn points, unlock
levels, stay motivated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2743200" cy="3200400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Real-Time
ML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86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Webcam-based model
corrects your signing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2743200" cy="3200400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AI Tutor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86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Recommends videos,
classes &amp; schools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286000"/>
            <a:ext cx="2743200" cy="3200400"/>
          </a:xfrm>
          <a:prstGeom prst="rect">
            <a:avLst/>
          </a:prstGeom>
          <a:solidFill>
            <a:srgbClr val="0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246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Spaced
Repetition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8862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Signs stick through
smart review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D700"/>
                </a:solidFill>
              </a:rPr>
              <a:t>🎯  Who Is This For?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12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👧🧒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Children with
hearing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Early development is the
critical window for language
acquisition — we meet them there.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12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</a:rPr>
              <a:t>Why Early?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✓  Language skills form in early childhood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175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✓  Early ASL exposure improves literacy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8404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✓  Prevents social isolation before it starts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✓  Fun &amp; games = higher engagement for kids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FF"/>
                </a:solidFill>
              </a:rPr>
              <a:t>⚔️  vs. The 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solidFill>
            <a:srgbClr val="3A1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188720"/>
            <a:ext cx="6035040" cy="502920"/>
          </a:xfrm>
          <a:prstGeom prst="rect">
            <a:avLst/>
          </a:prstGeom>
          <a:solidFill>
            <a:srgbClr val="00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CCCC"/>
                </a:solidFill>
              </a:rPr>
              <a:t>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SignQuest  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029200" cy="731520"/>
          </a:xfrm>
          <a:prstGeom prst="rect">
            <a:avLst/>
          </a:prstGeom>
          <a:solidFill>
            <a:srgbClr val="1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828800"/>
            <a:ext cx="6035040" cy="731520"/>
          </a:xfrm>
          <a:prstGeom prst="rect">
            <a:avLst/>
          </a:prstGeom>
          <a:solidFill>
            <a:srgbClr val="05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666"/>
                </a:solidFill>
              </a:rPr>
              <a:t>✗  Static flashcards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AA"/>
                </a:solidFill>
              </a:rPr>
              <a:t>✓  Real-time webcam signing practice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5029200" cy="731520"/>
          </a:xfrm>
          <a:prstGeom prst="rect">
            <a:avLst/>
          </a:prstGeom>
          <a:solidFill>
            <a:srgbClr val="10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0" y="2606040"/>
            <a:ext cx="6035040" cy="731520"/>
          </a:xfrm>
          <a:prstGeom prst="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666"/>
                </a:solidFill>
              </a:rPr>
              <a:t>✗  No feedback on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6974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AA"/>
                </a:solidFill>
              </a:rPr>
              <a:t>✓  ML model corrects your signs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5029200" cy="731520"/>
          </a:xfrm>
          <a:prstGeom prst="rect">
            <a:avLst/>
          </a:prstGeom>
          <a:solidFill>
            <a:srgbClr val="1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3383280"/>
            <a:ext cx="6035040" cy="731520"/>
          </a:xfrm>
          <a:prstGeom prst="rect">
            <a:avLst/>
          </a:prstGeom>
          <a:solidFill>
            <a:srgbClr val="05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666"/>
                </a:solidFill>
              </a:rPr>
              <a:t>✗  Passive watching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4747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AA"/>
                </a:solidFill>
              </a:rPr>
              <a:t>✓  Active gamified challenges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029200" cy="731520"/>
          </a:xfrm>
          <a:prstGeom prst="rect">
            <a:avLst/>
          </a:prstGeom>
          <a:solidFill>
            <a:srgbClr val="10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0" y="4160520"/>
            <a:ext cx="6035040" cy="731520"/>
          </a:xfrm>
          <a:prstGeom prst="rect">
            <a:avLst/>
          </a:prstGeom>
          <a:solidFill>
            <a:srgbClr val="03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59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666"/>
                </a:solidFill>
              </a:rPr>
              <a:t>✗  No personalization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251959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AA"/>
                </a:solidFill>
              </a:rPr>
              <a:t>✓  AI tutor + spaced repetition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5029200" cy="731520"/>
          </a:xfrm>
          <a:prstGeom prst="rect">
            <a:avLst/>
          </a:prstGeom>
          <a:solidFill>
            <a:srgbClr val="1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4937760"/>
            <a:ext cx="6035040" cy="731520"/>
          </a:xfrm>
          <a:prstGeom prst="rect">
            <a:avLst/>
          </a:prstGeom>
          <a:solidFill>
            <a:srgbClr val="051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666"/>
                </a:solidFill>
              </a:rPr>
              <a:t>✗  Not built for children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0292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FFAA"/>
                </a:solidFill>
              </a:rPr>
              <a:t>✓  Designed for early childhood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FFAA"/>
                </a:solidFill>
              </a:rPr>
              <a:t>⚙️ 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05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AA"/>
                </a:solidFill>
              </a:rPr>
              <a:t>Webcam
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MediaPipe
hand landmarks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05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50876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AA"/>
                </a:solidFill>
              </a:rPr>
              <a:t>ML Model
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Sklearn classifier
(letters &amp; numbers)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2651760" cy="2926080"/>
          </a:xfrm>
          <a:prstGeom prst="rect">
            <a:avLst/>
          </a:prstGeom>
          <a:solidFill>
            <a:srgbClr val="05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150876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AA"/>
                </a:solidFill>
              </a:rPr>
              <a:t>Game
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React frontend
gamified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3774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651760" cy="2926080"/>
          </a:xfrm>
          <a:prstGeom prst="rect">
            <a:avLst/>
          </a:prstGeom>
          <a:solidFill>
            <a:srgbClr val="05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0876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AA"/>
                </a:solidFill>
              </a:rPr>
              <a:t>AI Tutor
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063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OpenRouter LLM
+ spaced repetition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Stack:  React + TypeScript  •  FastAPI  •  MediaPipe  •  Scikit-learn  •  Supabase  •  WebSockets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D4FF"/>
                </a:solidFill>
              </a:rPr>
              <a:t>👤  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0" y="1371600"/>
            <a:ext cx="5760720" cy="4572000"/>
          </a:xfrm>
          <a:prstGeom prst="rect">
            <a:avLst/>
          </a:prstGeom>
          <a:solidFill>
            <a:srgbClr val="05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1645920"/>
            <a:ext cx="2103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🧑‍💻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2918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D4FF"/>
                </a:solidFill>
              </a:rPr>
              <a:t>Solo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39319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Full-stack dev  •  ML engineer  •  Designer
(yes, all of it 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8463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AAAA"/>
                </a:solidFill>
              </a:rPr>
              <a:t>"I was too scared to socialize —
so I built the whole thing myself."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C3AFF"/>
                </a:solidFill>
              </a:rPr>
              <a:t>🚀 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029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Phase 1
(Now)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ASL letters A–Z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Numbers 0–9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Gamified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AI tutor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657600" cy="5029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657600" cy="6400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12984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Full ASL word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LSTM model for words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Translation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More languages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280160"/>
            <a:ext cx="3657600" cy="50292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280160"/>
            <a:ext cx="3657600" cy="640080"/>
          </a:xfrm>
          <a:prstGeom prst="rect">
            <a:avLst/>
          </a:prstGeom>
          <a:solidFill>
            <a:srgbClr val="00F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2984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0116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Full sentence recognition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8346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NLP context understanding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19" y="3657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Classroom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4480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73152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</a:rPr>
              <a:t>Every child deserves a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SignQuest makes sign language fun, accessible, and effective
for the children who need it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4754880"/>
            <a:ext cx="3959352" cy="4572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AAAAA"/>
                </a:solidFill>
              </a:rPr>
              <a:t>Let's build a world where no child is left without language.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