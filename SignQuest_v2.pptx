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0" cy="548640"/>
          </a:xfrm>
          <a:prstGeom prst="rect">
            <a:avLst/>
          </a:prstGeom>
          <a:solidFill>
            <a:srgbClr val="2A2A14"/>
          </a:solidFill>
          <a:ln w="127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548640" cy="548640"/>
          </a:xfrm>
          <a:prstGeom prst="rect">
            <a:avLst/>
          </a:prstGeom>
          <a:solidFill>
            <a:srgbClr val="2A2A14"/>
          </a:solidFill>
          <a:ln w="127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548640" cy="548640"/>
          </a:xfrm>
          <a:prstGeom prst="rect">
            <a:avLst/>
          </a:prstGeom>
          <a:solidFill>
            <a:srgbClr val="2A2A14"/>
          </a:solidFill>
          <a:ln w="127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30000" y="6217920"/>
            <a:ext cx="548640" cy="548640"/>
          </a:xfrm>
          <a:prstGeom prst="rect">
            <a:avLst/>
          </a:prstGeom>
          <a:solidFill>
            <a:srgbClr val="2A2A14"/>
          </a:solidFill>
          <a:ln w="127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0" y="182880"/>
            <a:ext cx="548640" cy="548640"/>
          </a:xfrm>
          <a:prstGeom prst="rect">
            <a:avLst/>
          </a:prstGeom>
          <a:solidFill>
            <a:srgbClr val="2A2A14"/>
          </a:solidFill>
          <a:ln w="127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0" y="1005840"/>
            <a:ext cx="4873752" cy="384048"/>
          </a:xfrm>
          <a:prstGeom prst="rect">
            <a:avLst/>
          </a:prstGeom>
          <a:solidFill>
            <a:srgbClr val="2A3A0A"/>
          </a:solidFill>
          <a:ln w="25400">
            <a:solidFill>
              <a:srgbClr val="8AB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1024128"/>
            <a:ext cx="4873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D040"/>
                </a:solidFill>
              </a:rPr>
              <a:t>[ American Sign Language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00200"/>
            <a:ext cx="9445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0F0E0"/>
                </a:solidFill>
              </a:rPr>
              <a:t>SignQuest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664208"/>
            <a:ext cx="9445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3A3A10"/>
                </a:solidFill>
              </a:rPr>
              <a:t>SignQuest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1752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0A080"/>
                </a:solidFill>
              </a:rPr>
              <a:t>Learn ASL. Play. Grow.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3703320"/>
            <a:ext cx="5788152" cy="36576"/>
          </a:xfrm>
          <a:prstGeom prst="rect">
            <a:avLst/>
          </a:prstGeom>
          <a:solidFill>
            <a:srgbClr val="4A4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84048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8060"/>
                </a:solidFill>
              </a:rPr>
              <a:t>A gamified web app for learning American Sign Language
through real-time ML feedback, games, and an AI tutor.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93776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08060"/>
                </a:solidFill>
              </a:rPr>
              <a:t>Hackathon 2026  ·  Solo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4040"/>
                </a:solidFill>
              </a:rPr>
              <a:t>😔 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6576"/>
          </a:xfrm>
          <a:prstGeom prst="rect">
            <a:avLst/>
          </a:prstGeom>
          <a:solidFill>
            <a:srgbClr val="C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303520" cy="1920240"/>
          </a:xfrm>
          <a:prstGeom prst="rect">
            <a:avLst/>
          </a:prstGeom>
          <a:solidFill>
            <a:srgbClr val="2A1010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84040"/>
                </a:solidFill>
              </a:rPr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3258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0E0"/>
                </a:solidFill>
              </a:rPr>
              <a:t>of deaf children in Nigeria
are out of school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54680"/>
            <a:ext cx="5303520" cy="2560320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30"/>
                </a:solidFill>
              </a:rPr>
              <a:t>A Personal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80"/>
                </a:solidFill>
              </a:rPr>
              <a:t>My cousin, who has hearing difficulties, was never taught
sign language early on — leading to social isolation and
a language barrier that could have been prevented.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51560"/>
            <a:ext cx="5486400" cy="4663440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D040"/>
                </a:solidFill>
              </a:rPr>
              <a:t>The Reality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Sign language is marginalized worldwide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32888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80"/>
                </a:solidFill>
              </a:rPr>
              <a:t>▸  Severe communication barriers for the deaf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82696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Lack of accessible education for children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032504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80"/>
                </a:solidFill>
              </a:rPr>
              <a:t>▸  Early language gaps cause lifelong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78231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Most families don't know where to start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0D040"/>
                </a:solidFill>
              </a:rPr>
              <a:t>💡  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6576"/>
          </a:xfrm>
          <a:prstGeom prst="rect">
            <a:avLst/>
          </a:prstGeom>
          <a:solidFill>
            <a:srgbClr val="A0D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80"/>
                </a:solidFill>
              </a:rPr>
              <a:t>SignQuest is a gamified web app that teaches ASL letters &amp; numbers
through real-time ML-powered feedback — built for children.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4206240"/>
          </a:xfrm>
          <a:prstGeom prst="rect">
            <a:avLst/>
          </a:prstGeom>
          <a:solidFill>
            <a:srgbClr val="5A7A1A"/>
          </a:solidFill>
          <a:ln w="38100">
            <a:solidFill>
              <a:srgbClr val="8AB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0F0E0"/>
                </a:solidFill>
              </a:rPr>
              <a:t>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0E0"/>
                </a:solidFill>
              </a:rPr>
              <a:t>Gamified
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FFD0"/>
                </a:solidFill>
              </a:rPr>
              <a:t>Earn points, unlock
levels, stay motivated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011680"/>
            <a:ext cx="2743200" cy="4206240"/>
          </a:xfrm>
          <a:prstGeom prst="rect">
            <a:avLst/>
          </a:prstGeom>
          <a:solidFill>
            <a:srgbClr val="5A5A5A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0" y="21945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0F0E0"/>
                </a:solidFill>
              </a:rPr>
              <a:t>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0E0"/>
                </a:solidFill>
              </a:rPr>
              <a:t>Real-Time
ML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8404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FFD0"/>
                </a:solidFill>
              </a:rPr>
              <a:t>Webcam model corrects
your signing live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011680"/>
            <a:ext cx="2743200" cy="4206240"/>
          </a:xfrm>
          <a:prstGeom prst="rect">
            <a:avLst/>
          </a:prstGeom>
          <a:solidFill>
            <a:srgbClr val="5A1A7A"/>
          </a:solidFill>
          <a:ln w="38100">
            <a:solidFill>
              <a:srgbClr val="9A4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21945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0F0E0"/>
                </a:solidFill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0E0"/>
                </a:solidFill>
              </a:rPr>
              <a:t>AI Tutor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FFD0"/>
                </a:solidFill>
              </a:rPr>
              <a:t>Recommends videos,
classes &amp; schools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011680"/>
            <a:ext cx="2743200" cy="4206240"/>
          </a:xfrm>
          <a:prstGeom prst="rect">
            <a:avLst/>
          </a:prstGeom>
          <a:solidFill>
            <a:srgbClr val="0A5A5A"/>
          </a:solidFill>
          <a:ln w="38100">
            <a:solidFill>
              <a:srgbClr val="2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0" y="21945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0F0E0"/>
                </a:solidFill>
              </a:rPr>
              <a:t>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F0E0"/>
                </a:solidFill>
              </a:rPr>
              <a:t>Spaced
Repetition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8404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FFD0"/>
                </a:solidFill>
              </a:rPr>
              <a:t>Signs stick through
smart review cycles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C030"/>
                </a:solidFill>
              </a:rPr>
              <a:t>🎯  Who Is This For?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6576"/>
          </a:xfrm>
          <a:prstGeom prst="rect">
            <a:avLst/>
          </a:prstGeom>
          <a:solidFill>
            <a:srgbClr val="F0C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303520" cy="5303520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C030"/>
                </a:solidFill>
              </a:rPr>
              <a:t>Children with
hearing disabilities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80"/>
                </a:solidFill>
              </a:rPr>
              <a:t>Early development is the critical
window for language acquisition.
We meet them there.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51560"/>
            <a:ext cx="5486400" cy="5303520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C030"/>
                </a:solidFill>
              </a:rPr>
              <a:t>Why Start Early?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91640"/>
            <a:ext cx="5120640" cy="36576"/>
          </a:xfrm>
          <a:prstGeom prst="rect">
            <a:avLst/>
          </a:prstGeom>
          <a:solidFill>
            <a:srgbClr val="4A4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874519"/>
            <a:ext cx="5120640" cy="749808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938528"/>
            <a:ext cx="4846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D040"/>
                </a:solidFill>
              </a:rPr>
              <a:t>✓  Language skills form in early childhood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743200"/>
            <a:ext cx="5120640" cy="749808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807208"/>
            <a:ext cx="4846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D040"/>
                </a:solidFill>
              </a:rPr>
              <a:t>✓  Early ASL exposure improves literacy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611879"/>
            <a:ext cx="5120640" cy="749808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3675887"/>
            <a:ext cx="4846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D040"/>
                </a:solidFill>
              </a:rPr>
              <a:t>✓  Prevents social isolation before it starts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480559"/>
            <a:ext cx="5120640" cy="749808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4544568"/>
            <a:ext cx="4846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D040"/>
                </a:solidFill>
              </a:rPr>
              <a:t>✓  Games = higher engagement for kids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5349240"/>
            <a:ext cx="5120640" cy="749808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5413248"/>
            <a:ext cx="4846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D040"/>
                </a:solidFill>
              </a:rPr>
              <a:t>✓  Builds confidence and communication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A4AC8"/>
                </a:solidFill>
              </a:rPr>
              <a:t>⚔️  vs. The Competition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6576"/>
          </a:xfrm>
          <a:prstGeom prst="rect">
            <a:avLst/>
          </a:prstGeom>
          <a:solidFill>
            <a:srgbClr val="9A4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303520" cy="548640"/>
          </a:xfrm>
          <a:prstGeom prst="rect">
            <a:avLst/>
          </a:prstGeom>
          <a:solidFill>
            <a:srgbClr val="3A103A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7920" y="1051560"/>
            <a:ext cx="5486400" cy="548640"/>
          </a:xfrm>
          <a:prstGeom prst="rect">
            <a:avLst/>
          </a:prstGeom>
          <a:solidFill>
            <a:srgbClr val="5A7A1A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0A080"/>
                </a:solidFill>
              </a:rPr>
              <a:t>Others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F0E0"/>
                </a:solidFill>
              </a:rPr>
              <a:t>SignQuest  🤟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5303520" cy="749808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486400" cy="749808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84708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4040"/>
                </a:solidFill>
              </a:rPr>
              <a:t>✗  Static flashcards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4708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D040"/>
                </a:solidFill>
              </a:rPr>
              <a:t>✓  Real-time webcam signing practice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06039"/>
            <a:ext cx="5303520" cy="749808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2606039"/>
            <a:ext cx="5486400" cy="749808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715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4040"/>
                </a:solidFill>
              </a:rPr>
              <a:t>✗  No feedback on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71576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D040"/>
                </a:solidFill>
              </a:rPr>
              <a:t>✓  ML model corrects your signs live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5303520" cy="749808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474720"/>
            <a:ext cx="5486400" cy="749808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58444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4040"/>
                </a:solidFill>
              </a:rPr>
              <a:t>✗  Passive watching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58444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D040"/>
                </a:solidFill>
              </a:rPr>
              <a:t>✓  Active gamified challenges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43400"/>
            <a:ext cx="5303520" cy="749808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4343400"/>
            <a:ext cx="5486400" cy="749808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44531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4040"/>
                </a:solidFill>
              </a:rPr>
              <a:t>✗  No personalization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45312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D040"/>
                </a:solidFill>
              </a:rPr>
              <a:t>✓  AI tutor + spaced repetition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79"/>
            <a:ext cx="5303520" cy="749808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5212079"/>
            <a:ext cx="5486400" cy="749808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5321807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4040"/>
                </a:solidFill>
              </a:rPr>
              <a:t>✗  Not built for children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321807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D040"/>
                </a:solidFill>
              </a:rPr>
              <a:t>✓  Designed for early childhood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0A8A8"/>
                </a:solidFill>
              </a:rPr>
              <a:t>⚙️ 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6576"/>
          </a:xfrm>
          <a:prstGeom prst="rect">
            <a:avLst/>
          </a:prstGeom>
          <a:solidFill>
            <a:srgbClr val="2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2801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0F0E0"/>
                </a:solidFill>
              </a:rPr>
              <a:t>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0D040"/>
                </a:solidFill>
              </a:rPr>
              <a:t>Webcam
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080"/>
                </a:solidFill>
              </a:rPr>
              <a:t>MediaPipe
hand landmarks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2860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C030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097280"/>
            <a:ext cx="2651760" cy="3474720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69080" y="12801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0F0E0"/>
                </a:solidFill>
              </a:rP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40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0D040"/>
                </a:solidFill>
              </a:rPr>
              <a:t>ML Classifier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26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080"/>
                </a:solidFill>
              </a:rPr>
              <a:t>Scikit-learn
letters &amp; numbers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2860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C03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2651760" cy="3474720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95160" y="12801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0F0E0"/>
                </a:solidFill>
              </a:rPr>
              <a:t>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0D040"/>
                </a:solidFill>
              </a:rPr>
              <a:t>Game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080"/>
                </a:solidFill>
              </a:rPr>
              <a:t>React frontend
gamified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2860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C030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097280"/>
            <a:ext cx="2651760" cy="3474720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21240" y="12801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0F0E0"/>
                </a:solidFill>
              </a:rP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240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0D040"/>
                </a:solidFill>
              </a:rPr>
              <a:t>AI Tutor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926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080"/>
                </a:solidFill>
              </a:rPr>
              <a:t>LLM + spaced
repetition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11274552" cy="384048"/>
          </a:xfrm>
          <a:prstGeom prst="rect">
            <a:avLst/>
          </a:prstGeom>
          <a:solidFill>
            <a:srgbClr val="2A3A0A"/>
          </a:solidFill>
          <a:ln w="25400">
            <a:solidFill>
              <a:srgbClr val="8AB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864607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D040"/>
                </a:solidFill>
              </a:rPr>
              <a:t>React + TypeScript  ·  FastAPI  ·  MediaPipe  ·  Scikit-learn  ·  Supabase  ·  WebSockets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60"/>
                </a:solidFill>
              </a:rPr>
              <a:t>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60"/>
                </a:solidFill>
              </a:rPr>
              <a:t>Browser  →  WebSocket  →  FastAPI backend  →  MediaPipe landmark extraction  →  ML classifier  → 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0D040"/>
                </a:solidFill>
              </a:rPr>
              <a:t>👤  The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6576"/>
          </a:xfrm>
          <a:prstGeom prst="rect">
            <a:avLst/>
          </a:prstGeom>
          <a:solidFill>
            <a:srgbClr val="A0D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5788152" cy="5029200"/>
          </a:xfrm>
          <a:prstGeom prst="rect">
            <a:avLst/>
          </a:prstGeom>
          <a:solidFill>
            <a:srgbClr val="2A2A14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0" y="137160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F0F0E0"/>
                </a:solidFill>
              </a:rPr>
              <a:t>🧑‍💻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926080"/>
            <a:ext cx="5422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0D040"/>
                </a:solidFill>
              </a:rPr>
              <a:t>Solo Founder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3566160"/>
            <a:ext cx="4572000" cy="36576"/>
          </a:xfrm>
          <a:prstGeom prst="rect">
            <a:avLst/>
          </a:prstGeom>
          <a:solidFill>
            <a:srgbClr val="4A4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0" y="3703320"/>
            <a:ext cx="5422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080"/>
                </a:solidFill>
              </a:rPr>
              <a:t>Full-stack dev  ·  ML engineer  ·  Designer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206240"/>
            <a:ext cx="5422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08060"/>
                </a:solidFill>
              </a:rPr>
              <a:t>(yes, all of it 😅)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4800600"/>
            <a:ext cx="960120" cy="822960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01568" y="4892040"/>
            <a:ext cx="9235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0D040"/>
                </a:solidFill>
              </a:rPr>
              <a:t>React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4800600"/>
            <a:ext cx="960120" cy="822960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53127" y="4892040"/>
            <a:ext cx="9235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0D040"/>
                </a:solidFill>
              </a:rPr>
              <a:t>FastAPI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4800600"/>
            <a:ext cx="960120" cy="822960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04688" y="4892040"/>
            <a:ext cx="9235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0D040"/>
                </a:solidFill>
              </a:rPr>
              <a:t>MediaPipe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4800600"/>
            <a:ext cx="960120" cy="822960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56248" y="4892040"/>
            <a:ext cx="9235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0D040"/>
                </a:solidFill>
              </a:rPr>
              <a:t>Sklearn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4800600"/>
            <a:ext cx="960120" cy="822960"/>
          </a:xfrm>
          <a:prstGeom prst="rect">
            <a:avLst/>
          </a:prstGeom>
          <a:solidFill>
            <a:srgbClr val="2D2D0F"/>
          </a:solidFill>
          <a:ln w="381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07808" y="4892040"/>
            <a:ext cx="9235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0D040"/>
                </a:solidFill>
              </a:rPr>
              <a:t>Supabase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A4AC8"/>
                </a:solidFill>
              </a:rPr>
              <a:t>🚀  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6576"/>
          </a:xfrm>
          <a:prstGeom prst="rect">
            <a:avLst/>
          </a:prstGeom>
          <a:solidFill>
            <a:srgbClr val="9A4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3657600" cy="5212080"/>
          </a:xfrm>
          <a:prstGeom prst="rect">
            <a:avLst/>
          </a:prstGeom>
          <a:solidFill>
            <a:srgbClr val="5A7A1A"/>
          </a:solidFill>
          <a:ln w="38100">
            <a:solidFill>
              <a:srgbClr val="8AB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F0E0"/>
                </a:solidFill>
              </a:rPr>
              <a:t>Phase 1
(Now ✓)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657600" cy="36576"/>
          </a:xfrm>
          <a:prstGeom prst="rect">
            <a:avLst/>
          </a:prstGeom>
          <a:solidFill>
            <a:srgbClr val="8AB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ASL letters A–Z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39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Numbers 0–9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Gamified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AI tutor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051560"/>
            <a:ext cx="3657600" cy="5212080"/>
          </a:xfrm>
          <a:prstGeom prst="rect">
            <a:avLst/>
          </a:prstGeom>
          <a:solidFill>
            <a:srgbClr val="7A6010"/>
          </a:solidFill>
          <a:ln w="38100">
            <a:solidFill>
              <a:srgbClr val="C8A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11430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F0E0"/>
                </a:solidFill>
              </a:rPr>
              <a:t>Phase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3657600" cy="36576"/>
          </a:xfrm>
          <a:prstGeom prst="rect">
            <a:avLst/>
          </a:prstGeom>
          <a:solidFill>
            <a:srgbClr val="C8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Full ASL word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63239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LSTM model for words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0233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Translation feature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983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More sign languages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051560"/>
            <a:ext cx="3657600" cy="5212080"/>
          </a:xfrm>
          <a:prstGeom prst="rect">
            <a:avLst/>
          </a:prstGeom>
          <a:solidFill>
            <a:srgbClr val="0A5A5A"/>
          </a:solidFill>
          <a:ln w="38100">
            <a:solidFill>
              <a:srgbClr val="2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1430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F0E0"/>
                </a:solidFill>
              </a:rPr>
              <a:t>Phase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920240"/>
            <a:ext cx="3657600" cy="36576"/>
          </a:xfrm>
          <a:prstGeom prst="rect">
            <a:avLst/>
          </a:prstGeom>
          <a:solidFill>
            <a:srgbClr val="2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19" y="2103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Full sentence recognition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3063239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NLP context understanding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Classroom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4983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E0"/>
                </a:solidFill>
              </a:rPr>
              <a:t>▸  Mobile 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0" cy="1371600"/>
          </a:xfrm>
          <a:prstGeom prst="rect">
            <a:avLst/>
          </a:prstGeom>
          <a:solidFill>
            <a:srgbClr val="2A2A14"/>
          </a:solidFill>
          <a:ln w="254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817352" y="0"/>
            <a:ext cx="1371600" cy="1371600"/>
          </a:xfrm>
          <a:prstGeom prst="rect">
            <a:avLst/>
          </a:prstGeom>
          <a:solidFill>
            <a:srgbClr val="2A2A14"/>
          </a:solidFill>
          <a:ln w="254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1371600" cy="1371600"/>
          </a:xfrm>
          <a:prstGeom prst="rect">
            <a:avLst/>
          </a:prstGeom>
          <a:solidFill>
            <a:srgbClr val="2A2A14"/>
          </a:solidFill>
          <a:ln w="254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817352" y="5486400"/>
            <a:ext cx="1371600" cy="1371600"/>
          </a:xfrm>
          <a:prstGeom prst="rect">
            <a:avLst/>
          </a:prstGeom>
          <a:solidFill>
            <a:srgbClr val="2A2A14"/>
          </a:solidFill>
          <a:ln w="25400">
            <a:solidFill>
              <a:srgbClr val="4A4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70248" y="548640"/>
            <a:ext cx="3657600" cy="384048"/>
          </a:xfrm>
          <a:prstGeom prst="rect">
            <a:avLst/>
          </a:prstGeom>
          <a:solidFill>
            <a:srgbClr val="2A3A0A"/>
          </a:solidFill>
          <a:ln w="25400">
            <a:solidFill>
              <a:srgbClr val="8AB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70248" y="5669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D040"/>
                </a:solidFill>
              </a:rPr>
              <a:t>[ SignQuest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188720"/>
            <a:ext cx="17647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F0F0E0"/>
                </a:solidFill>
              </a:rPr>
              <a:t>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0D040"/>
                </a:solidFill>
              </a:rPr>
              <a:t>Every child deserves a voice.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080"/>
                </a:solidFill>
              </a:rPr>
              <a:t>SignQuest makes sign language fun, accessible, and effective
for the children who need it most.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4617720"/>
            <a:ext cx="4873752" cy="36576"/>
          </a:xfrm>
          <a:prstGeom prst="rect">
            <a:avLst/>
          </a:prstGeom>
          <a:solidFill>
            <a:srgbClr val="4A4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475488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08060"/>
                </a:solidFill>
              </a:rPr>
              <a:t>Let's build a world where no child is left without language.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516</Words>
  <Application>Microsoft Office PowerPoint</Application>
  <PresentationFormat>Custom</PresentationFormat>
  <Paragraphs>103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Esom Kengolden</cp:lastModifiedBy>
  <cp:revision>2</cp:revision>
  <dcterms:created xsi:type="dcterms:W3CDTF">2013-01-27T09:14:16Z</dcterms:created>
  <dcterms:modified xsi:type="dcterms:W3CDTF">2026-03-22T11:12:45Z</dcterms:modified>
  <cp:category/>
</cp:coreProperties>
</file>